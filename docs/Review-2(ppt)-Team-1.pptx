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CCBB-ACC6-48C4-AD84-AA446BDE763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8CB9-3FF1-4D6F-A83D-D2E492A3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379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CCBB-ACC6-48C4-AD84-AA446BDE763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8CB9-3FF1-4D6F-A83D-D2E492A3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659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CCBB-ACC6-48C4-AD84-AA446BDE763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8CB9-3FF1-4D6F-A83D-D2E492A3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98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CCBB-ACC6-48C4-AD84-AA446BDE763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8CB9-3FF1-4D6F-A83D-D2E492A3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074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CCBB-ACC6-48C4-AD84-AA446BDE763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8CB9-3FF1-4D6F-A83D-D2E492A3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79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CCBB-ACC6-48C4-AD84-AA446BDE763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8CB9-3FF1-4D6F-A83D-D2E492A3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692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CCBB-ACC6-48C4-AD84-AA446BDE763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8CB9-3FF1-4D6F-A83D-D2E492A3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413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CCBB-ACC6-48C4-AD84-AA446BDE763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8CB9-3FF1-4D6F-A83D-D2E492A3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500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CCBB-ACC6-48C4-AD84-AA446BDE763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8CB9-3FF1-4D6F-A83D-D2E492A3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71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CCBB-ACC6-48C4-AD84-AA446BDE763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8CB9-3FF1-4D6F-A83D-D2E492A3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14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7CCBB-ACC6-48C4-AD84-AA446BDE763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D8CB9-3FF1-4D6F-A83D-D2E492A3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79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8B7CCBB-ACC6-48C4-AD84-AA446BDE763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190D8CB9-3FF1-4D6F-A83D-D2E492A31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57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9A2D5-7205-E150-5A68-A41DCC9F3E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SMART FOOD REDISTRIBUTION AND WASTE REDUCTION SYSTEM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8312F-6B11-6416-A59A-0479FC0A48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TEAM-1</a:t>
            </a:r>
          </a:p>
        </p:txBody>
      </p:sp>
    </p:spTree>
    <p:extLst>
      <p:ext uri="{BB962C8B-B14F-4D97-AF65-F5344CB8AC3E}">
        <p14:creationId xmlns:p14="http://schemas.microsoft.com/office/powerpoint/2010/main" val="1245660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D26AC-F1FB-99BA-0B8D-39E85610F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BAA321-E207-3428-AF8C-1F0124D05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3475"/>
              </p:ext>
            </p:extLst>
          </p:nvPr>
        </p:nvGraphicFramePr>
        <p:xfrm>
          <a:off x="3792354" y="1710890"/>
          <a:ext cx="7469204" cy="3436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4602">
                  <a:extLst>
                    <a:ext uri="{9D8B030D-6E8A-4147-A177-3AD203B41FA5}">
                      <a16:colId xmlns:a16="http://schemas.microsoft.com/office/drawing/2014/main" val="696993633"/>
                    </a:ext>
                  </a:extLst>
                </a:gridCol>
                <a:gridCol w="3734602">
                  <a:extLst>
                    <a:ext uri="{9D8B030D-6E8A-4147-A177-3AD203B41FA5}">
                      <a16:colId xmlns:a16="http://schemas.microsoft.com/office/drawing/2014/main" val="2562928866"/>
                    </a:ext>
                  </a:extLst>
                </a:gridCol>
              </a:tblGrid>
              <a:tr h="687244">
                <a:tc>
                  <a:txBody>
                    <a:bodyPr/>
                    <a:lstStyle/>
                    <a:p>
                      <a:r>
                        <a:rPr lang="en-US" dirty="0"/>
                        <a:t>ROLL NUMBERS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733306"/>
                  </a:ext>
                </a:extLst>
              </a:tr>
              <a:tr h="68724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2420030284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Shalini . 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808182"/>
                  </a:ext>
                </a:extLst>
              </a:tr>
              <a:tr h="68724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2420030330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Thirumala Reddy Sagar Mounitha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989756"/>
                  </a:ext>
                </a:extLst>
              </a:tr>
              <a:tr h="68724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2420030441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S.Tejasree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1789108"/>
                  </a:ext>
                </a:extLst>
              </a:tr>
              <a:tr h="68724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Kongara Deepthi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498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7570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A5898-18CB-E758-036B-EE0CE1332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612BF-C984-6F31-3B87-97126C7D3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wastage is a major social and environmental problem.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quantities of surplus food are discarded by restaurants, hotels, supermarkets, and households.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same time, many people face food insecurity and lack access to sufficient food.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provides a digital platform to connect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donors with organizations and people in need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is used to support demand prediction, donation prioritization, and efficient distribution.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49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CE286-5CDE-8A1E-D377-779C3FBBE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875BD-6B81-33CC-D360-D17892B4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Surplus food is often wasted because of poor coordination and delayed distribution.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Donors may not know which organizations currently require food.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donation management is time-consuming and inefficient.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with short expiry times requires immediate distribution.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tracking makes donation management difficult.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and route planning can increase delivery time and food spoilage.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164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19A0-3ACA-1477-A1E6-C68C3CC33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AAC87-C000-2272-B3B9-C512EB329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donations are often coordinated manually.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may depend on phone calls, messages, or separate platforms.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real-time information about available surplus food.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prioritize food based on freshness and expiry time.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tracking of donations and deliveries.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demand prediction and route optimization.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802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3BBD9-6C1E-465D-AA24-29F02AFDC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413D3-5F76-7FFD-AC70-0C2E78771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a centralized platform that connects: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Donors → Platform → NGOs/Food Banks → People in Need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donation registration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food inventory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demand prediction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freshness and expiry prioritization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 and receiver management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Donation tracking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notifications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optimization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cloud-native deployment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450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F1CD9-9DC2-BBBC-7EFE-D46C9D996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EAADA-5D83-1582-0226-697F7E27F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unnecessary food wastage.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food donors with NGOs and food banks.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food demand using AI.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donations based on freshness and expiry time.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delivery and route efficiency.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donation and inventory tracking.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transparency between donors and receivers.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secure, scalable, and modular application.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339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E7DBF-64DF-EBDE-FEED-E90BDD9E5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C893D-861F-C3FC-5D07-454BF468A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099" y="567891"/>
            <a:ext cx="7565369" cy="54168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Donors</a:t>
            </a: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</a:t>
            </a: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Hotels</a:t>
            </a: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Supermarkets</a:t>
            </a: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Households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Receivers</a:t>
            </a: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NGOs</a:t>
            </a: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banks</a:t>
            </a: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Charitable organizations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Partners</a:t>
            </a: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deliver surplus food.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Administrator</a:t>
            </a: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users, donations, and system activities.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Beneficiaries</a:t>
            </a:r>
          </a:p>
          <a:p>
            <a:pPr lvl="0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who receive redistributed food.</a:t>
            </a: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140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16DC-59D2-2A93-2AD1-A0EB2A537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B1774-C31F-2556-FDE6-329A2050B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8510" y="555859"/>
            <a:ext cx="5640404" cy="574628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Donor registers/login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Donor adds surplus food details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System stores food inventory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AI analyzes availability and predicted demand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System prioritizes donations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Suitable NGO/receiver is identified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Delivery route is optimized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Food is collected and delivered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↓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Donation status is updated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087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03BDD-7426-319B-AAFD-D7A256A56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DA902C-3E12-A48F-0A2B-474AC0F39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548" y="0"/>
            <a:ext cx="48549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739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7F836-1642-A68D-AC6B-3ABE2917E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F712DB-BDF8-A08C-08B4-E5581F8D7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127" y="1123836"/>
            <a:ext cx="8237083" cy="460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780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96A1B-AB43-8627-C115-6BF09B0A4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3616C-1030-249B-5B4B-1F31443CD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0060" y="134753"/>
            <a:ext cx="4764593" cy="693981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 lvl="0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prediction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 &amp; Routing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Maps API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DevOps / Deployment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Technologies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323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C9CF4-50A9-ECA6-811A-E7F7F9786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407EE-969B-5346-55F3-829CD61D8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Prediction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previous donation and consumption patterns.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future food requirements.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Donation Prioritization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Considers freshness.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Considers expiry time.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Considers food quantity and demand.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Optimization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location information to identify efficient delivery routes.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transportation time and food spoilage.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437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BDE77-62B6-1D23-AB08-0104C6805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 &amp;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0E1B2-08EE-DF58-0728-E95478551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secure login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donation and inventory management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demand prediction and donation prioritization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Donor–NGO matching and delivery tracking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 and route optimization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JWT Authentication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Docker + Kubernetes + Cloud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REST APIs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tracking</a:t>
            </a:r>
          </a:p>
          <a:p>
            <a:pPr lvl="0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Modular services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Modules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 | Donation | Inventory | AI Prediction | Matching | Delivery | Notifications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842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94004-3539-B093-B798-3A845044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Testing, Outcomes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40A2F-F983-AD4B-EF14-D3560F88C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0618" y="166036"/>
            <a:ext cx="5505651" cy="65259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Testing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Acceptance Testing</a:t>
            </a:r>
          </a:p>
          <a:p>
            <a:pPr marL="0" lv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food wastage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surplus food redistribution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donor–NGO coordination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delivery and tracking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secure platform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765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8D62A-1D29-4AE9-523B-4AED78082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CFC72-12F0-8D59-0A8B-AD75F7870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platform helps connect surplus food with organizations in need.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supports demand prediction, prioritization, and efficient distribution.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PostgreSQL, TensorFlow, Docker, and Kubernetes provide a scalable system.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ASE enables iterative development and adaptation to changing requirements.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GPS tracking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freshness monitoring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 prediction </a:t>
            </a:r>
          </a:p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101183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58</TotalTime>
  <Words>736</Words>
  <Application>Microsoft Office PowerPoint</Application>
  <PresentationFormat>Widescreen</PresentationFormat>
  <Paragraphs>163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Corbel</vt:lpstr>
      <vt:lpstr>Times New Roman</vt:lpstr>
      <vt:lpstr>Wingdings 2</vt:lpstr>
      <vt:lpstr>Frame</vt:lpstr>
      <vt:lpstr>AI-BASED SMART FOOD REDISTRIBUTION AND WASTE REDUCTION SYSTEM </vt:lpstr>
      <vt:lpstr>Team Members</vt:lpstr>
      <vt:lpstr>Introduction</vt:lpstr>
      <vt:lpstr>Problem Statement</vt:lpstr>
      <vt:lpstr>Existing System</vt:lpstr>
      <vt:lpstr>Proposed System</vt:lpstr>
      <vt:lpstr>Objectives</vt:lpstr>
      <vt:lpstr>Stakeholders</vt:lpstr>
      <vt:lpstr>System Workflow</vt:lpstr>
      <vt:lpstr>System Architecture</vt:lpstr>
      <vt:lpstr>Project Design</vt:lpstr>
      <vt:lpstr>Technology Stack</vt:lpstr>
      <vt:lpstr>AI-Based Features</vt:lpstr>
      <vt:lpstr>System Requirements &amp; Modules</vt:lpstr>
      <vt:lpstr>Testing, Outcomes &amp; Future Scope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Mounitha ThirumalaReddy</dc:creator>
  <cp:lastModifiedBy>Mounitha ThirumalaReddy</cp:lastModifiedBy>
  <cp:revision>7</cp:revision>
  <dcterms:created xsi:type="dcterms:W3CDTF">2026-09-18T08:16:00Z</dcterms:created>
  <dcterms:modified xsi:type="dcterms:W3CDTF">2026-09-23T04:36:24Z</dcterms:modified>
</cp:coreProperties>
</file>